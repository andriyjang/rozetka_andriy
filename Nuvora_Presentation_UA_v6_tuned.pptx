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</p:sldIdLst>
  <p:sldSz cx="12188825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" Type="http://schemas.openxmlformats.org/officeDocument/2006/relationships/slideMaster" Target="slideMasters/slideMaster1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" Type="http://schemas.openxmlformats.org/officeDocument/2006/relationships/slide" Target="slides/slide1.xml"/><Relationship Id="rId30" Type="http://schemas.openxmlformats.org/officeDocument/2006/relationships/slide" Target="slides/slide28.xml"/><Relationship Id="rId31" Type="http://schemas.openxmlformats.org/officeDocument/2006/relationships/presProps" Target="presProps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b="0" lang="uk-U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uk-UA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uk-UA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uk-UA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A749854-B9A4-45BD-806D-497CB280E922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27</a:t>
            </a:fld>
            <a:endParaRPr b="0" lang="uk-U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редагування структури клацніть мишею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Другий рівень структури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Третій рівень структури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Четвертий рівень структури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П'ятий рівень структури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Шостий рівень структури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Сьомий рівень структури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&lt;дата/час&gt;</a:t>
            </a:r>
            <a:endParaRPr b="0" lang="uk-U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uk-UA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uk-UA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&lt;нижній колонтитул&gt;</a:t>
            </a:r>
            <a:endParaRPr b="0" lang="uk-UA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0E90453-62FE-4FBE-87F9-03A45199EAC6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b="0" lang="uk-U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&lt;дата/час&gt;</a:t>
            </a:r>
            <a:endParaRPr b="0" lang="uk-U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uk-UA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uk-UA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&lt;нижній колонтитул&gt;</a:t>
            </a:r>
            <a:endParaRPr b="0" lang="uk-UA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CF42AA7-4493-464F-B356-5CC9033EAAB2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b="0" lang="uk-U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&lt;дата/час&gt;</a:t>
            </a:r>
            <a:endParaRPr b="0" lang="uk-U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uk-UA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uk-UA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&lt;нижній колонтитул&gt;</a:t>
            </a:r>
            <a:endParaRPr b="0" lang="uk-UA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C7B57B0-DA6A-418A-9A69-67C699FC7AE3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b="0" lang="uk-U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trike="noStrike" u="non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&lt;дата/час&gt;</a:t>
            </a:r>
            <a:endParaRPr b="0" lang="uk-U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uk-UA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uk-UA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&lt;нижній колонтитул&gt;</a:t>
            </a:r>
            <a:endParaRPr b="0" lang="uk-UA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FDA2AAE-0023-4F7C-B0BE-BE18CF317575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b="0" lang="uk-U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&lt;дата/час&gt;</a:t>
            </a:r>
            <a:endParaRPr b="0" lang="uk-U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uk-UA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uk-UA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&lt;нижній колонтитул&gt;</a:t>
            </a:r>
            <a:endParaRPr b="0" lang="uk-UA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7E71FAA-3129-4549-9C77-E2068B8D4CBE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b="0" lang="uk-U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&lt;дата/час&gt;</a:t>
            </a:r>
            <a:endParaRPr b="0" lang="uk-U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uk-UA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uk-UA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&lt;нижній колонтитул&gt;</a:t>
            </a:r>
            <a:endParaRPr b="0" lang="uk-UA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6699C83-E150-40A6-BAC1-AD49E5B974AB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b="0" lang="uk-U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&lt;дата/час&gt;</a:t>
            </a:r>
            <a:endParaRPr b="0" lang="uk-U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uk-UA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uk-UA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&lt;нижній колонтитул&gt;</a:t>
            </a:r>
            <a:endParaRPr b="0" lang="uk-UA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C62AB65-5157-4C7D-962A-B5658F4EAD84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b="0" lang="uk-U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 type="body"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редагування структури клацніть мишею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Другий рівень структури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Третій рівень структури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Четвертий рівень структури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П'ятий рівень структури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Шостий рівень структури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Сьомий рівень структури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&lt;дата/час&gt;</a:t>
            </a:r>
            <a:endParaRPr b="0" lang="uk-U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uk-UA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uk-UA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&lt;нижній колонтитул&gt;</a:t>
            </a:r>
            <a:endParaRPr b="0" lang="uk-UA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FD38544-0820-4018-9696-B54517B1D560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b="0" lang="uk-U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&lt;дата/час&gt;</a:t>
            </a:r>
            <a:endParaRPr b="0" lang="uk-U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uk-UA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uk-UA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&lt;нижній колонтитул&gt;</a:t>
            </a:r>
            <a:endParaRPr b="0" lang="uk-UA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6BB2BC1-64F1-464A-B48F-CEDBDC94B8E1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b="0" lang="uk-U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редагування структури клацніть мишею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Другий рівень структури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Третій рівень структури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Четвертий рівень структури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П'ятий рівень структури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Шостий рівень структури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Сьомий рівень структури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&lt;дата/час&gt;</a:t>
            </a:r>
            <a:endParaRPr b="0" lang="uk-U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uk-UA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uk-UA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&lt;нижній колонтитул&gt;</a:t>
            </a:r>
            <a:endParaRPr b="0" lang="uk-UA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3C1C0B0-1083-425F-B116-BC944D4E6ED9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b="0" lang="uk-U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8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8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8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8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8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8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8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8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8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slideLayout" Target="../slideLayouts/slideLayout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slideLayout" Target="../slideLayouts/slideLayout8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slideLayout" Target="../slideLayouts/slideLayout8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slideLayout" Target="../slideLayouts/slideLayout8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slideLayout" Target="../slideLayouts/slideLayout8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slideLayout" Target="../slideLayouts/slideLayout8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1800000" y="12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rgbClr val="14213D"/>
                </a:solidFill>
                <a:effectLst/>
                <a:uFillTx/>
                <a:latin typeface="Calibri"/>
              </a:rPr>
              <a:t>Nuvora — Демонстрація проєкту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subTitle"/>
          </p:nvPr>
        </p:nvSpPr>
        <p:spPr>
          <a:xfrm>
            <a:off x="2599560" y="3107880"/>
            <a:ext cx="6400440" cy="1752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45720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0" lang="uk-UA" sz="2400" strike="noStrike" u="none">
                <a:solidFill>
                  <a:srgbClr val="14213D"/>
                </a:solidFill>
                <a:effectLst/>
                <a:uFillTx/>
                <a:latin typeface="Calibri"/>
              </a:rPr>
              <a:t>Стек: ASP.NET Core + EF Core + PostgreSQL, React (Vite + TS + MUI)</a:t>
            </a:r>
            <a:endParaRPr b="0" lang="uk-UA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 defTabSz="45720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0" lang="uk-UA" sz="2400" strike="noStrike" u="none">
                <a:solidFill>
                  <a:srgbClr val="14213D"/>
                </a:solidFill>
                <a:effectLst/>
                <a:uFillTx/>
                <a:latin typeface="Calibri"/>
              </a:rPr>
              <a:t>Ролі: User/Admin · JWT · Swagger</a:t>
            </a:r>
            <a:endParaRPr b="0" lang="uk-UA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1" lang="en-US" sz="4400" strike="noStrike" u="none">
                <a:solidFill>
                  <a:srgbClr val="14213D"/>
                </a:solidFill>
                <a:effectLst/>
                <a:uFillTx/>
                <a:latin typeface="Calibri"/>
              </a:rPr>
              <a:t>Проблема та ціль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rgbClr val="14213D"/>
                </a:solidFill>
                <a:effectLst/>
                <a:uFillTx/>
                <a:latin typeface="Calibri"/>
              </a:rPr>
              <a:t>MVP інтернет-магазину з адмінкою</a:t>
            </a:r>
            <a:endParaRPr b="0" lang="en-US" sz="2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rgbClr val="14213D"/>
                </a:solidFill>
                <a:effectLst/>
                <a:uFillTx/>
                <a:latin typeface="Calibri"/>
              </a:rPr>
              <a:t>Фокус: кошик/оформлення, історія/відстеження, управління товарами</a:t>
            </a:r>
            <a:endParaRPr b="0" lang="en-US" sz="2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rgbClr val="14213D"/>
                </a:solidFill>
                <a:effectLst/>
                <a:uFillTx/>
                <a:latin typeface="Calibri"/>
              </a:rPr>
              <a:t>Світла тема, прості зрозумілі інтерфейси</a:t>
            </a:r>
            <a:endParaRPr b="0" lang="en-US" sz="2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1" lang="en-US" sz="4400" strike="noStrike" u="none">
                <a:solidFill>
                  <a:srgbClr val="14213D"/>
                </a:solidFill>
                <a:effectLst/>
                <a:uFillTx/>
                <a:latin typeface="Calibri"/>
              </a:rPr>
              <a:t>Архітектура бекенду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64" name="Picture 1" descr="a76620ab-cbd2-4ee9-8d13-f9a1467fb88b.png"/>
          <p:cNvPicPr/>
          <p:nvPr/>
        </p:nvPicPr>
        <p:blipFill>
          <a:blip r:embed="rId1"/>
          <a:stretch/>
        </p:blipFill>
        <p:spPr>
          <a:xfrm>
            <a:off x="4514302" y="1554480"/>
            <a:ext cx="3160221" cy="4846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221076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rgbClr val="14213D"/>
                </a:solidFill>
                <a:effectLst/>
                <a:uFillTx/>
                <a:latin typeface="Calibri"/>
              </a:rPr>
              <a:t>Swagger: Account/Categories/Products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66" name="Picture 3" descr="c06fb1c2-0397-4bf9-8511-38c09d040c9b.png"/>
          <p:cNvPicPr/>
          <p:nvPr/>
        </p:nvPicPr>
        <p:blipFill>
          <a:blip r:embed="rId1"/>
          <a:stretch/>
        </p:blipFill>
        <p:spPr>
          <a:xfrm>
            <a:off x="1786423" y="1554480"/>
            <a:ext cx="8615979" cy="4846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221076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rgbClr val="14213D"/>
                </a:solidFill>
                <a:effectLst/>
                <a:uFillTx/>
                <a:latin typeface="Calibri"/>
              </a:rPr>
              <a:t>Swagger: Cart/Categories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68" name="" descr=""/>
          <p:cNvPicPr/>
          <p:nvPr/>
        </p:nvPicPr>
        <p:blipFill>
          <a:blip r:embed="rId1"/>
          <a:stretch/>
        </p:blipFill>
        <p:spPr>
          <a:xfrm>
            <a:off x="1786653" y="1554480"/>
            <a:ext cx="8615518" cy="4846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1823040" y="2944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rgbClr val="14213D"/>
                </a:solidFill>
                <a:effectLst/>
                <a:uFillTx/>
                <a:latin typeface="Calibri"/>
              </a:rPr>
              <a:t>Swagger: Orders/Products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70" name="" descr=""/>
          <p:cNvPicPr/>
          <p:nvPr/>
        </p:nvPicPr>
        <p:blipFill>
          <a:blip r:embed="rId1"/>
          <a:stretch/>
        </p:blipFill>
        <p:spPr>
          <a:xfrm>
            <a:off x="1804172" y="1574280"/>
            <a:ext cx="8580480" cy="48265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1823040" y="2944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rgbClr val="14213D"/>
                </a:solidFill>
                <a:effectLst/>
                <a:uFillTx/>
                <a:latin typeface="Calibri"/>
              </a:rPr>
              <a:t>Swagger: Users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72" name="" descr=""/>
          <p:cNvPicPr/>
          <p:nvPr/>
        </p:nvPicPr>
        <p:blipFill>
          <a:blip r:embed="rId1"/>
          <a:stretch/>
        </p:blipFill>
        <p:spPr>
          <a:xfrm>
            <a:off x="1803972" y="1574280"/>
            <a:ext cx="8580881" cy="48265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1" lang="en-US" sz="4400" strike="noStrike" u="none">
                <a:solidFill>
                  <a:srgbClr val="14213D"/>
                </a:solidFill>
                <a:effectLst/>
                <a:uFillTx/>
                <a:latin typeface="Calibri"/>
              </a:rPr>
              <a:t>Головна — гість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74" name="Picture 2" descr="63908c34-cc1d-4024-b0f9-5cc5292649e0.png"/>
          <p:cNvPicPr/>
          <p:nvPr/>
        </p:nvPicPr>
        <p:blipFill>
          <a:blip r:embed="rId1"/>
          <a:stretch/>
        </p:blipFill>
        <p:spPr>
          <a:xfrm>
            <a:off x="1786512" y="1554480"/>
            <a:ext cx="8615800" cy="4846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1" lang="en-US" sz="4400" strike="noStrike" u="none">
                <a:solidFill>
                  <a:srgbClr val="14213D"/>
                </a:solidFill>
                <a:effectLst/>
                <a:uFillTx/>
                <a:latin typeface="Calibri"/>
              </a:rPr>
              <a:t>Головна — користувач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76" name="Picture 2" descr="af8eb4d3-6496-4633-8baf-13fbde8255c7.png"/>
          <p:cNvPicPr/>
          <p:nvPr/>
        </p:nvPicPr>
        <p:blipFill>
          <a:blip r:embed="rId1"/>
          <a:stretch/>
        </p:blipFill>
        <p:spPr>
          <a:xfrm>
            <a:off x="1786512" y="1554480"/>
            <a:ext cx="8615800" cy="4846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1" lang="en-US" sz="4400" strike="noStrike" u="none">
                <a:solidFill>
                  <a:srgbClr val="14213D"/>
                </a:solidFill>
                <a:effectLst/>
                <a:uFillTx/>
                <a:latin typeface="Calibri"/>
              </a:rPr>
              <a:t>Головна — адміністратор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78" name="Picture 2" descr="2911f07c-41e3-4306-bbc6-04ac9c5bbafd.png"/>
          <p:cNvPicPr/>
          <p:nvPr/>
        </p:nvPicPr>
        <p:blipFill>
          <a:blip r:embed="rId1"/>
          <a:stretch/>
        </p:blipFill>
        <p:spPr>
          <a:xfrm>
            <a:off x="1786512" y="1554480"/>
            <a:ext cx="8615800" cy="4846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1" lang="en-US" sz="4400" strike="noStrike" u="none">
                <a:solidFill>
                  <a:srgbClr val="14213D"/>
                </a:solidFill>
                <a:effectLst/>
                <a:uFillTx/>
                <a:latin typeface="Calibri"/>
              </a:rPr>
              <a:t>Вхід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80" name="Picture 2" descr="8bf9264f-0db4-44d5-ba62-77ca8b37e793.png"/>
          <p:cNvPicPr/>
          <p:nvPr/>
        </p:nvPicPr>
        <p:blipFill>
          <a:blip r:embed="rId1"/>
          <a:stretch/>
        </p:blipFill>
        <p:spPr>
          <a:xfrm>
            <a:off x="1786512" y="1554480"/>
            <a:ext cx="8615800" cy="4846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14400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1" lang="en-US" sz="4400" strike="noStrike" u="none">
                <a:solidFill>
                  <a:srgbClr val="14213D"/>
                </a:solidFill>
                <a:effectLst/>
                <a:uFillTx/>
                <a:latin typeface="Calibri"/>
              </a:rPr>
              <a:t>Реєстрація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82" name="" descr=""/>
          <p:cNvPicPr/>
          <p:nvPr/>
        </p:nvPicPr>
        <p:blipFill>
          <a:blip r:embed="rId1"/>
          <a:stretch/>
        </p:blipFill>
        <p:spPr>
          <a:xfrm>
            <a:off x="1786349" y="1554480"/>
            <a:ext cx="8616126" cy="4846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1620000" y="29736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1" lang="en-US" sz="4400" strike="noStrike" u="none">
                <a:solidFill>
                  <a:srgbClr val="14213D"/>
                </a:solidFill>
                <a:effectLst/>
                <a:uFillTx/>
                <a:latin typeface="Calibri"/>
              </a:rPr>
              <a:t>Відновлення пароля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84" name="" descr=""/>
          <p:cNvPicPr/>
          <p:nvPr/>
        </p:nvPicPr>
        <p:blipFill>
          <a:blip r:embed="rId1"/>
          <a:stretch/>
        </p:blipFill>
        <p:spPr>
          <a:xfrm>
            <a:off x="1806605" y="1577160"/>
            <a:ext cx="8575614" cy="4823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1" lang="en-US" sz="4400" strike="noStrike" u="none">
                <a:solidFill>
                  <a:srgbClr val="14213D"/>
                </a:solidFill>
                <a:effectLst/>
                <a:uFillTx/>
                <a:latin typeface="Calibri"/>
              </a:rPr>
              <a:t>Картка товару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86" name="Picture 2" descr="69a680d9-0e9a-41c9-8c90-6b69ff73764d.png"/>
          <p:cNvPicPr/>
          <p:nvPr/>
        </p:nvPicPr>
        <p:blipFill>
          <a:blip r:embed="rId1"/>
          <a:stretch/>
        </p:blipFill>
        <p:spPr>
          <a:xfrm>
            <a:off x="1786512" y="1554480"/>
            <a:ext cx="8615800" cy="4846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1" lang="en-US" sz="4400" strike="noStrike" u="none">
                <a:solidFill>
                  <a:srgbClr val="14213D"/>
                </a:solidFill>
                <a:effectLst/>
                <a:uFillTx/>
                <a:latin typeface="Calibri"/>
              </a:rPr>
              <a:t>Пошук із фільтрами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88" name="Picture 2" descr="b2cbfa48-01fe-4f1c-adf8-e6931617d0bf.png"/>
          <p:cNvPicPr/>
          <p:nvPr/>
        </p:nvPicPr>
        <p:blipFill>
          <a:blip r:embed="rId1"/>
          <a:stretch/>
        </p:blipFill>
        <p:spPr>
          <a:xfrm>
            <a:off x="1786512" y="1554480"/>
            <a:ext cx="8615800" cy="4846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131076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1" lang="en-US" sz="4400" strike="noStrike" u="none">
                <a:solidFill>
                  <a:srgbClr val="14213D"/>
                </a:solidFill>
                <a:effectLst/>
                <a:uFillTx/>
                <a:latin typeface="Calibri"/>
              </a:rPr>
              <a:t>Кошик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90" name="" descr=""/>
          <p:cNvPicPr/>
          <p:nvPr/>
        </p:nvPicPr>
        <p:blipFill>
          <a:blip r:embed="rId1"/>
          <a:stretch/>
        </p:blipFill>
        <p:spPr>
          <a:xfrm>
            <a:off x="1786459" y="1554480"/>
            <a:ext cx="8615906" cy="4846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1" lang="en-US" sz="4400" strike="noStrike" u="none">
                <a:solidFill>
                  <a:srgbClr val="14213D"/>
                </a:solidFill>
                <a:effectLst/>
                <a:uFillTx/>
                <a:latin typeface="Calibri"/>
              </a:rPr>
              <a:t>Особистий кабінет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92" name="Picture 2" descr="b26c2208-2973-433d-af6e-dfca316c1f7a.png"/>
          <p:cNvPicPr/>
          <p:nvPr/>
        </p:nvPicPr>
        <p:blipFill>
          <a:blip r:embed="rId1"/>
          <a:stretch/>
        </p:blipFill>
        <p:spPr>
          <a:xfrm>
            <a:off x="1786512" y="1554480"/>
            <a:ext cx="8615800" cy="4846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1" lang="en-US" sz="4400" strike="noStrike" u="none">
                <a:solidFill>
                  <a:srgbClr val="14213D"/>
                </a:solidFill>
                <a:effectLst/>
                <a:uFillTx/>
                <a:latin typeface="Calibri"/>
              </a:rPr>
              <a:t>Мої дані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94" name="" descr=""/>
          <p:cNvPicPr/>
          <p:nvPr/>
        </p:nvPicPr>
        <p:blipFill>
          <a:blip r:embed="rId1"/>
          <a:stretch/>
        </p:blipFill>
        <p:spPr>
          <a:xfrm>
            <a:off x="1786495" y="1554480"/>
            <a:ext cx="8615834" cy="4846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1" lang="en-US" sz="4400" strike="noStrike" u="none">
                <a:solidFill>
                  <a:srgbClr val="14213D"/>
                </a:solidFill>
                <a:effectLst/>
                <a:uFillTx/>
                <a:latin typeface="Calibri"/>
              </a:rPr>
              <a:t>Історія замовлень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96" name="" descr=""/>
          <p:cNvPicPr/>
          <p:nvPr/>
        </p:nvPicPr>
        <p:blipFill>
          <a:blip r:embed="rId1"/>
          <a:stretch/>
        </p:blipFill>
        <p:spPr>
          <a:xfrm>
            <a:off x="1786432" y="1554480"/>
            <a:ext cx="8615961" cy="4846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1" lang="en-US" sz="4400" strike="noStrike" u="none">
                <a:solidFill>
                  <a:srgbClr val="14213D"/>
                </a:solidFill>
                <a:effectLst/>
                <a:uFillTx/>
                <a:latin typeface="Calibri"/>
              </a:rPr>
              <a:t>Відстеження замовлення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98" name="Picture 2" descr="93d23c92-6c99-4007-a6e5-9dc96931c915.png"/>
          <p:cNvPicPr/>
          <p:nvPr/>
        </p:nvPicPr>
        <p:blipFill>
          <a:blip r:embed="rId1"/>
          <a:stretch/>
        </p:blipFill>
        <p:spPr>
          <a:xfrm>
            <a:off x="1786512" y="1554480"/>
            <a:ext cx="8615800" cy="4846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1" lang="en-US" sz="4400" strike="noStrike" u="none">
                <a:solidFill>
                  <a:srgbClr val="14213D"/>
                </a:solidFill>
                <a:effectLst/>
                <a:uFillTx/>
                <a:latin typeface="Calibri"/>
              </a:rPr>
              <a:t>Деталі замовлення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00" name="Picture 2" descr="87fc0213-4b2d-4965-b657-731643f2ae6e.png"/>
          <p:cNvPicPr/>
          <p:nvPr/>
        </p:nvPicPr>
        <p:blipFill>
          <a:blip r:embed="rId1"/>
          <a:stretch/>
        </p:blipFill>
        <p:spPr>
          <a:xfrm>
            <a:off x="1786512" y="1554480"/>
            <a:ext cx="8615800" cy="4846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1" lang="en-US" sz="4400" strike="noStrike" u="none">
                <a:solidFill>
                  <a:srgbClr val="14213D"/>
                </a:solidFill>
                <a:effectLst/>
                <a:uFillTx/>
                <a:latin typeface="Calibri"/>
              </a:rPr>
              <a:t>Адмін — користувачі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02" name="Picture 2" descr="23120b43-d02d-4ccc-bdf6-6c7df83987da.png"/>
          <p:cNvPicPr/>
          <p:nvPr/>
        </p:nvPicPr>
        <p:blipFill>
          <a:blip r:embed="rId1"/>
          <a:stretch/>
        </p:blipFill>
        <p:spPr>
          <a:xfrm>
            <a:off x="1786512" y="1554480"/>
            <a:ext cx="8615800" cy="4846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1" lang="en-US" sz="4400" strike="noStrike" u="none">
                <a:solidFill>
                  <a:srgbClr val="14213D"/>
                </a:solidFill>
                <a:effectLst/>
                <a:uFillTx/>
                <a:latin typeface="Calibri"/>
              </a:rPr>
              <a:t>Адмін — товари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04" name="Picture 2" descr="c0755dd3-2628-46ae-88e2-659f7ab26289.png"/>
          <p:cNvPicPr/>
          <p:nvPr/>
        </p:nvPicPr>
        <p:blipFill>
          <a:blip r:embed="rId1"/>
          <a:stretch/>
        </p:blipFill>
        <p:spPr>
          <a:xfrm>
            <a:off x="1786512" y="1554480"/>
            <a:ext cx="8615800" cy="4846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1" lang="en-US" sz="4400" strike="noStrike" u="none">
                <a:solidFill>
                  <a:srgbClr val="14213D"/>
                </a:solidFill>
                <a:effectLst/>
                <a:uFillTx/>
                <a:latin typeface="Calibri"/>
              </a:rPr>
              <a:t>Адмін — категорії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06" name="Picture 2" descr="e21f67e8-4811-449a-8da0-0f2680cd65cb.png"/>
          <p:cNvPicPr/>
          <p:nvPr/>
        </p:nvPicPr>
        <p:blipFill>
          <a:blip r:embed="rId1"/>
          <a:stretch/>
        </p:blipFill>
        <p:spPr>
          <a:xfrm>
            <a:off x="1786512" y="1554480"/>
            <a:ext cx="8615800" cy="4846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1" lang="en-US" sz="4400" strike="noStrike" u="none">
                <a:solidFill>
                  <a:srgbClr val="14213D"/>
                </a:solidFill>
                <a:effectLst/>
                <a:uFillTx/>
                <a:latin typeface="Calibri"/>
              </a:rPr>
              <a:t>Адмін — замовлення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08" name="Picture 2" descr="0a4baf7c-8f1d-4251-8db9-044b5164c40e.png"/>
          <p:cNvPicPr/>
          <p:nvPr/>
        </p:nvPicPr>
        <p:blipFill>
          <a:blip r:embed="rId1"/>
          <a:stretch/>
        </p:blipFill>
        <p:spPr>
          <a:xfrm>
            <a:off x="1786512" y="1554480"/>
            <a:ext cx="8615800" cy="4846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1" lang="en-US" sz="4400" strike="noStrike" u="none">
                <a:solidFill>
                  <a:srgbClr val="14213D"/>
                </a:solidFill>
                <a:effectLst/>
                <a:uFillTx/>
                <a:latin typeface="Calibri"/>
              </a:rPr>
              <a:t>Дохід за період (модал)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10" name="Picture 2" descr="e97225c1-fa8c-4730-82b2-635df12baa7b.png"/>
          <p:cNvPicPr/>
          <p:nvPr/>
        </p:nvPicPr>
        <p:blipFill>
          <a:blip r:embed="rId1"/>
          <a:stretch/>
        </p:blipFill>
        <p:spPr>
          <a:xfrm>
            <a:off x="1786512" y="1554480"/>
            <a:ext cx="8615800" cy="4846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1" lang="en-US" sz="4400" strike="noStrike" u="none">
                <a:solidFill>
                  <a:srgbClr val="14213D"/>
                </a:solidFill>
                <a:effectLst/>
                <a:uFillTx/>
                <a:latin typeface="Calibri"/>
              </a:rPr>
              <a:t>Футер + промо про магазин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12" name="Picture 2" descr="0cc2e254-783c-413a-bc65-44f61fc58762.png"/>
          <p:cNvPicPr/>
          <p:nvPr/>
        </p:nvPicPr>
        <p:blipFill>
          <a:blip r:embed="rId1"/>
          <a:stretch/>
        </p:blipFill>
        <p:spPr>
          <a:xfrm>
            <a:off x="1786512" y="1554480"/>
            <a:ext cx="8615800" cy="4846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1" lang="en-US" sz="4400" strike="noStrike" u="none">
                <a:solidFill>
                  <a:srgbClr val="14213D"/>
                </a:solidFill>
                <a:effectLst/>
                <a:uFillTx/>
                <a:latin typeface="Calibri"/>
              </a:rPr>
              <a:t>Результати та подальші кроки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rgbClr val="14213D"/>
                </a:solidFill>
                <a:effectLst/>
                <a:uFillTx/>
                <a:latin typeface="Calibri"/>
              </a:rPr>
              <a:t>Повний потік: каталог → кошик → замовлення → історія → трекінг → адмінка</a:t>
            </a:r>
            <a:endParaRPr b="0" lang="en-US" sz="2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rgbClr val="14213D"/>
                </a:solidFill>
                <a:effectLst/>
                <a:uFillTx/>
                <a:latin typeface="Calibri"/>
              </a:rPr>
              <a:t>Далі: оплати, реальні трек-API, знижки/купони, кешування, тести, контейнеризація</a:t>
            </a:r>
            <a:endParaRPr b="0" lang="en-US" sz="2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LibreOffice/25.2.5.2$Windows_X86_64 LibreOffice_project/03d19516eb2e1dd5d4ccd751a0d6f35f35e08022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uk-UA</dc:language>
  <cp:lastModifiedBy/>
  <dcterms:modified xsi:type="dcterms:W3CDTF">2025-09-30T10:24:41Z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